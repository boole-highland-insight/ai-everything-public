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产品汇报草稿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目标、结果、风险和下一步均已覆盖</a:t>
            </a:r>
            <a:br/>
            <a:br/>
            <a:r>
              <a:t>当前每段文字较长，重点层级不够清楚</a:t>
            </a:r>
            <a:br/>
            <a:br/>
            <a:r>
              <a:t>事实完整，适合重新组织表达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产品汇报草稿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ppt-optimization-002</dc:identifier>
</cp:coreProperties>
</file>