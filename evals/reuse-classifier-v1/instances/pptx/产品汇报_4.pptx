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50292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3313A"/>
                </a:solidFill>
                <a:latin typeface="PingFang SC"/>
              </a:defRPr>
            </a:pPr>
            <a:r>
              <a:t>产品汇报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600200"/>
            <a:ext cx="100126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425466"/>
                </a:solidFill>
                <a:latin typeface="PingFang SC"/>
              </a:defRPr>
            </a:pPr>
            <a:r>
              <a:t>目标、结果、风险和下一步均已覆盖</a:t>
            </a:r>
            <a:br/>
            <a:br/>
            <a:r>
              <a:t>当前每段文字较长，重点层级不够清楚</a:t>
            </a:r>
            <a:br/>
            <a:br/>
            <a:r>
              <a:t>事实完整，适合重新组织表达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605332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2909C"/>
                </a:solidFill>
                <a:latin typeface="PingFang SC"/>
              </a:defRPr>
            </a:pPr>
            <a:r>
              <a:t>咔哒分类评测夹具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产品汇报 4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identifier>ppt-optimization-004</dc:identifier>
</cp:coreProperties>
</file>