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项目汇报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目标：提升检索准确率并保留来源</a:t>
            </a:r>
            <a:br/>
            <a:br/>
            <a:r>
              <a:t>结果：核心流程通过验证</a:t>
            </a:r>
            <a:br/>
            <a:br/>
            <a:r>
              <a:t>风险：模型不可用时启用规则回退</a:t>
            </a:r>
            <a:br/>
            <a:br/>
            <a:r>
              <a:t>结论：本阶段目标已经完成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项目汇报 3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ppt-none-003</dc:identifier>
</cp:coreProperties>
</file>