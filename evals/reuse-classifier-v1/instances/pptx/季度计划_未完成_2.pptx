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季度计划 未完成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目标与现状已填写</a:t>
            </a:r>
            <a:br/>
            <a:br/>
            <a:r>
              <a:t>资源安排：产品、研发、设计</a:t>
            </a:r>
            <a:br/>
            <a:br/>
            <a:r>
              <a:t>风险与缓解措施：待补充</a:t>
            </a:r>
            <a:br/>
            <a:br/>
            <a:r>
              <a:t>下一页应包含验收标准，但尚未创建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季度计划 未完成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ppt-completion-002</dc:identifier>
</cp:coreProperties>
</file>