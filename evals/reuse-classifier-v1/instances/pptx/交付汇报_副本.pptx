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交付汇报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范围：搜索、来源展示和恢复</a:t>
            </a:r>
            <a:br/>
            <a:br/>
            <a:r>
              <a:t>结果：验收项全部通过</a:t>
            </a:r>
            <a:br/>
            <a:br/>
            <a:r>
              <a:t>结论：同意交付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交付汇报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ppt-duplicate-001</dc:identifier>
</cp:coreProperties>
</file>