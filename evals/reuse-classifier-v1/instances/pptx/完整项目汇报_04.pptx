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4672" y="502920"/>
            <a:ext cx="10561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3313A"/>
                </a:solidFill>
                <a:latin typeface="PingFang SC"/>
              </a:defRPr>
            </a:pPr>
            <a:r>
              <a:t>项目汇报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77824" y="1600200"/>
            <a:ext cx="1001268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425466"/>
                </a:solidFill>
                <a:latin typeface="PingFang SC"/>
              </a:defRPr>
            </a:pPr>
            <a:r>
              <a:t>目标：提升检索准确率并保留来源</a:t>
            </a:r>
            <a:br/>
            <a:br/>
            <a:r>
              <a:t>结果：核心流程通过验证</a:t>
            </a:r>
            <a:br/>
            <a:br/>
            <a:r>
              <a:t>风险：模型不可用时启用规则回退</a:t>
            </a:r>
            <a:br/>
            <a:br/>
            <a:r>
              <a:t>结论：本阶段目标已经完成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" y="6053328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82909C"/>
                </a:solidFill>
                <a:latin typeface="PingFang SC"/>
              </a:defRPr>
            </a:pPr>
            <a:r>
              <a:t>咔哒分类评测夹具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项目汇报 4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dc:identifier>ppt-none-004</dc:identifier>
</cp:coreProperties>
</file>